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FA36484-9E81-462B-9766-581C37D912FE}">
          <p14:sldIdLst>
            <p14:sldId id="256"/>
            <p14:sldId id="257"/>
            <p14:sldId id="258"/>
            <p14:sldId id="259"/>
            <p14:sldId id="260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Venkata Sasi Kumar Avala" userId="51ad0964f9c9ac42" providerId="LiveId" clId="{AF13C41C-89D5-4E9C-B406-90658D3829B4}"/>
    <pc:docChg chg="undo custSel addSld delSld modSld addSection modSection">
      <pc:chgData name="Naga Venkata Sasi Kumar Avala" userId="51ad0964f9c9ac42" providerId="LiveId" clId="{AF13C41C-89D5-4E9C-B406-90658D3829B4}" dt="2026-03-11T14:51:56.840" v="420" actId="20577"/>
      <pc:docMkLst>
        <pc:docMk/>
      </pc:docMkLst>
      <pc:sldChg chg="addSp delSp modSp new mod">
        <pc:chgData name="Naga Venkata Sasi Kumar Avala" userId="51ad0964f9c9ac42" providerId="LiveId" clId="{AF13C41C-89D5-4E9C-B406-90658D3829B4}" dt="2026-03-11T13:36:25.284" v="130" actId="1076"/>
        <pc:sldMkLst>
          <pc:docMk/>
          <pc:sldMk cId="2294353416" sldId="256"/>
        </pc:sldMkLst>
        <pc:spChg chg="del">
          <ac:chgData name="Naga Venkata Sasi Kumar Avala" userId="51ad0964f9c9ac42" providerId="LiveId" clId="{AF13C41C-89D5-4E9C-B406-90658D3829B4}" dt="2026-03-11T13:28:00.840" v="2" actId="21"/>
          <ac:spMkLst>
            <pc:docMk/>
            <pc:sldMk cId="2294353416" sldId="256"/>
            <ac:spMk id="2" creationId="{C3F70304-63C6-B5D0-1C80-8ECA68EF25F3}"/>
          </ac:spMkLst>
        </pc:spChg>
        <pc:spChg chg="del">
          <ac:chgData name="Naga Venkata Sasi Kumar Avala" userId="51ad0964f9c9ac42" providerId="LiveId" clId="{AF13C41C-89D5-4E9C-B406-90658D3829B4}" dt="2026-03-11T13:28:03.731" v="3" actId="21"/>
          <ac:spMkLst>
            <pc:docMk/>
            <pc:sldMk cId="2294353416" sldId="256"/>
            <ac:spMk id="3" creationId="{634FB382-F74F-049C-FF12-66C394017C26}"/>
          </ac:spMkLst>
        </pc:spChg>
        <pc:spChg chg="add mod">
          <ac:chgData name="Naga Venkata Sasi Kumar Avala" userId="51ad0964f9c9ac42" providerId="LiveId" clId="{AF13C41C-89D5-4E9C-B406-90658D3829B4}" dt="2026-03-11T13:35:08.294" v="66" actId="14100"/>
          <ac:spMkLst>
            <pc:docMk/>
            <pc:sldMk cId="2294353416" sldId="256"/>
            <ac:spMk id="4" creationId="{38AD5DAA-294B-050F-EF44-C6CD8640934D}"/>
          </ac:spMkLst>
        </pc:spChg>
        <pc:spChg chg="add mod">
          <ac:chgData name="Naga Venkata Sasi Kumar Avala" userId="51ad0964f9c9ac42" providerId="LiveId" clId="{AF13C41C-89D5-4E9C-B406-90658D3829B4}" dt="2026-03-11T13:35:52.799" v="97" actId="1076"/>
          <ac:spMkLst>
            <pc:docMk/>
            <pc:sldMk cId="2294353416" sldId="256"/>
            <ac:spMk id="5" creationId="{691EF995-03D0-D5C3-DCE4-235EE740E3CA}"/>
          </ac:spMkLst>
        </pc:spChg>
        <pc:spChg chg="add mod">
          <ac:chgData name="Naga Venkata Sasi Kumar Avala" userId="51ad0964f9c9ac42" providerId="LiveId" clId="{AF13C41C-89D5-4E9C-B406-90658D3829B4}" dt="2026-03-11T13:36:25.284" v="130" actId="1076"/>
          <ac:spMkLst>
            <pc:docMk/>
            <pc:sldMk cId="2294353416" sldId="256"/>
            <ac:spMk id="6" creationId="{2417B251-80DC-4D50-776F-DB22FF70CF2C}"/>
          </ac:spMkLst>
        </pc:spChg>
      </pc:sldChg>
      <pc:sldChg chg="addSp delSp modSp add mod">
        <pc:chgData name="Naga Venkata Sasi Kumar Avala" userId="51ad0964f9c9ac42" providerId="LiveId" clId="{AF13C41C-89D5-4E9C-B406-90658D3829B4}" dt="2026-03-11T13:48:38.722" v="180" actId="255"/>
        <pc:sldMkLst>
          <pc:docMk/>
          <pc:sldMk cId="2113411600" sldId="257"/>
        </pc:sldMkLst>
        <pc:spChg chg="add mod">
          <ac:chgData name="Naga Venkata Sasi Kumar Avala" userId="51ad0964f9c9ac42" providerId="LiveId" clId="{AF13C41C-89D5-4E9C-B406-90658D3829B4}" dt="2026-03-11T13:48:38.722" v="180" actId="255"/>
          <ac:spMkLst>
            <pc:docMk/>
            <pc:sldMk cId="2113411600" sldId="257"/>
            <ac:spMk id="2" creationId="{4333A71A-93A7-44A7-F4AC-FBD650075E1E}"/>
          </ac:spMkLst>
        </pc:spChg>
        <pc:spChg chg="add mod">
          <ac:chgData name="Naga Venkata Sasi Kumar Avala" userId="51ad0964f9c9ac42" providerId="LiveId" clId="{AF13C41C-89D5-4E9C-B406-90658D3829B4}" dt="2026-03-11T13:48:28.680" v="179" actId="1076"/>
          <ac:spMkLst>
            <pc:docMk/>
            <pc:sldMk cId="2113411600" sldId="257"/>
            <ac:spMk id="3" creationId="{633E6F0A-0B41-30EB-FE64-EFF6DD1B98B8}"/>
          </ac:spMkLst>
        </pc:spChg>
        <pc:spChg chg="del">
          <ac:chgData name="Naga Venkata Sasi Kumar Avala" userId="51ad0964f9c9ac42" providerId="LiveId" clId="{AF13C41C-89D5-4E9C-B406-90658D3829B4}" dt="2026-03-11T13:41:41.738" v="132" actId="478"/>
          <ac:spMkLst>
            <pc:docMk/>
            <pc:sldMk cId="2113411600" sldId="257"/>
            <ac:spMk id="4" creationId="{1D6F6A31-10BB-3BD3-5EDE-5FF14E430FD5}"/>
          </ac:spMkLst>
        </pc:spChg>
        <pc:spChg chg="del">
          <ac:chgData name="Naga Venkata Sasi Kumar Avala" userId="51ad0964f9c9ac42" providerId="LiveId" clId="{AF13C41C-89D5-4E9C-B406-90658D3829B4}" dt="2026-03-11T13:41:44.901" v="133" actId="478"/>
          <ac:spMkLst>
            <pc:docMk/>
            <pc:sldMk cId="2113411600" sldId="257"/>
            <ac:spMk id="5" creationId="{3B32EBFD-AAD9-C43F-D41B-E3031FA58700}"/>
          </ac:spMkLst>
        </pc:spChg>
        <pc:spChg chg="del">
          <ac:chgData name="Naga Venkata Sasi Kumar Avala" userId="51ad0964f9c9ac42" providerId="LiveId" clId="{AF13C41C-89D5-4E9C-B406-90658D3829B4}" dt="2026-03-11T13:41:47.821" v="134" actId="478"/>
          <ac:spMkLst>
            <pc:docMk/>
            <pc:sldMk cId="2113411600" sldId="257"/>
            <ac:spMk id="6" creationId="{1E9EF8E7-A31D-D500-4285-9E94288AD041}"/>
          </ac:spMkLst>
        </pc:spChg>
      </pc:sldChg>
      <pc:sldChg chg="add del">
        <pc:chgData name="Naga Venkata Sasi Kumar Avala" userId="51ad0964f9c9ac42" providerId="LiveId" clId="{AF13C41C-89D5-4E9C-B406-90658D3829B4}" dt="2026-03-11T13:28:25.833" v="21" actId="2890"/>
        <pc:sldMkLst>
          <pc:docMk/>
          <pc:sldMk cId="2753968299" sldId="257"/>
        </pc:sldMkLst>
      </pc:sldChg>
      <pc:sldChg chg="addSp modSp add mod">
        <pc:chgData name="Naga Venkata Sasi Kumar Avala" userId="51ad0964f9c9ac42" providerId="LiveId" clId="{AF13C41C-89D5-4E9C-B406-90658D3829B4}" dt="2026-03-11T13:52:28.897" v="245" actId="20577"/>
        <pc:sldMkLst>
          <pc:docMk/>
          <pc:sldMk cId="780600468" sldId="258"/>
        </pc:sldMkLst>
        <pc:spChg chg="add mod">
          <ac:chgData name="Naga Venkata Sasi Kumar Avala" userId="51ad0964f9c9ac42" providerId="LiveId" clId="{AF13C41C-89D5-4E9C-B406-90658D3829B4}" dt="2026-03-11T13:50:17.556" v="201" actId="255"/>
          <ac:spMkLst>
            <pc:docMk/>
            <pc:sldMk cId="780600468" sldId="258"/>
            <ac:spMk id="2" creationId="{2720CF6E-B13E-B447-900A-EE7B561604B4}"/>
          </ac:spMkLst>
        </pc:spChg>
        <pc:spChg chg="add mod">
          <ac:chgData name="Naga Venkata Sasi Kumar Avala" userId="51ad0964f9c9ac42" providerId="LiveId" clId="{AF13C41C-89D5-4E9C-B406-90658D3829B4}" dt="2026-03-11T13:51:21.696" v="227" actId="1076"/>
          <ac:spMkLst>
            <pc:docMk/>
            <pc:sldMk cId="780600468" sldId="258"/>
            <ac:spMk id="3" creationId="{3C093262-84A0-4B42-B506-340EEE8CEF59}"/>
          </ac:spMkLst>
        </pc:spChg>
        <pc:spChg chg="add mod">
          <ac:chgData name="Naga Venkata Sasi Kumar Avala" userId="51ad0964f9c9ac42" providerId="LiveId" clId="{AF13C41C-89D5-4E9C-B406-90658D3829B4}" dt="2026-03-11T13:52:28.897" v="245" actId="20577"/>
          <ac:spMkLst>
            <pc:docMk/>
            <pc:sldMk cId="780600468" sldId="258"/>
            <ac:spMk id="4" creationId="{7DF42358-31D5-F2D3-3722-554ED6360FBB}"/>
          </ac:spMkLst>
        </pc:spChg>
      </pc:sldChg>
      <pc:sldChg chg="add del">
        <pc:chgData name="Naga Venkata Sasi Kumar Avala" userId="51ad0964f9c9ac42" providerId="LiveId" clId="{AF13C41C-89D5-4E9C-B406-90658D3829B4}" dt="2026-03-11T13:28:25.334" v="20" actId="2890"/>
        <pc:sldMkLst>
          <pc:docMk/>
          <pc:sldMk cId="1212681641" sldId="258"/>
        </pc:sldMkLst>
      </pc:sldChg>
      <pc:sldChg chg="addSp modSp add mod">
        <pc:chgData name="Naga Venkata Sasi Kumar Avala" userId="51ad0964f9c9ac42" providerId="LiveId" clId="{AF13C41C-89D5-4E9C-B406-90658D3829B4}" dt="2026-03-11T13:55:30.529" v="268"/>
        <pc:sldMkLst>
          <pc:docMk/>
          <pc:sldMk cId="902211303" sldId="259"/>
        </pc:sldMkLst>
        <pc:spChg chg="add mod">
          <ac:chgData name="Naga Venkata Sasi Kumar Avala" userId="51ad0964f9c9ac42" providerId="LiveId" clId="{AF13C41C-89D5-4E9C-B406-90658D3829B4}" dt="2026-03-11T13:52:50.239" v="248" actId="20577"/>
          <ac:spMkLst>
            <pc:docMk/>
            <pc:sldMk cId="902211303" sldId="259"/>
            <ac:spMk id="2" creationId="{9AF63397-986A-4901-DC14-3302949B830E}"/>
          </ac:spMkLst>
        </pc:spChg>
        <pc:spChg chg="add mod">
          <ac:chgData name="Naga Venkata Sasi Kumar Avala" userId="51ad0964f9c9ac42" providerId="LiveId" clId="{AF13C41C-89D5-4E9C-B406-90658D3829B4}" dt="2026-03-11T13:53:35.542" v="252" actId="1076"/>
          <ac:spMkLst>
            <pc:docMk/>
            <pc:sldMk cId="902211303" sldId="259"/>
            <ac:spMk id="3" creationId="{7A16B109-8A3B-5A27-2F4A-86319036A21B}"/>
          </ac:spMkLst>
        </pc:spChg>
        <pc:spChg chg="add mod">
          <ac:chgData name="Naga Venkata Sasi Kumar Avala" userId="51ad0964f9c9ac42" providerId="LiveId" clId="{AF13C41C-89D5-4E9C-B406-90658D3829B4}" dt="2026-03-11T13:55:30.529" v="268"/>
          <ac:spMkLst>
            <pc:docMk/>
            <pc:sldMk cId="902211303" sldId="259"/>
            <ac:spMk id="4" creationId="{8D9BC5E4-D835-4AD1-7442-C59B5EC44711}"/>
          </ac:spMkLst>
        </pc:spChg>
      </pc:sldChg>
      <pc:sldChg chg="add del">
        <pc:chgData name="Naga Venkata Sasi Kumar Avala" userId="51ad0964f9c9ac42" providerId="LiveId" clId="{AF13C41C-89D5-4E9C-B406-90658D3829B4}" dt="2026-03-11T13:28:25.134" v="19" actId="2890"/>
        <pc:sldMkLst>
          <pc:docMk/>
          <pc:sldMk cId="2818940127" sldId="259"/>
        </pc:sldMkLst>
      </pc:sldChg>
      <pc:sldChg chg="add del">
        <pc:chgData name="Naga Venkata Sasi Kumar Avala" userId="51ad0964f9c9ac42" providerId="LiveId" clId="{AF13C41C-89D5-4E9C-B406-90658D3829B4}" dt="2026-03-11T13:28:24.979" v="18" actId="2890"/>
        <pc:sldMkLst>
          <pc:docMk/>
          <pc:sldMk cId="115735132" sldId="260"/>
        </pc:sldMkLst>
      </pc:sldChg>
      <pc:sldChg chg="addSp modSp add mod">
        <pc:chgData name="Naga Venkata Sasi Kumar Avala" userId="51ad0964f9c9ac42" providerId="LiveId" clId="{AF13C41C-89D5-4E9C-B406-90658D3829B4}" dt="2026-03-11T14:02:56.683" v="289"/>
        <pc:sldMkLst>
          <pc:docMk/>
          <pc:sldMk cId="1564665483" sldId="260"/>
        </pc:sldMkLst>
        <pc:spChg chg="add mod">
          <ac:chgData name="Naga Venkata Sasi Kumar Avala" userId="51ad0964f9c9ac42" providerId="LiveId" clId="{AF13C41C-89D5-4E9C-B406-90658D3829B4}" dt="2026-03-11T14:00:12.222" v="271" actId="20577"/>
          <ac:spMkLst>
            <pc:docMk/>
            <pc:sldMk cId="1564665483" sldId="260"/>
            <ac:spMk id="2" creationId="{EC150FF2-FD69-9CE6-AA06-967885108B5B}"/>
          </ac:spMkLst>
        </pc:spChg>
        <pc:spChg chg="add mod">
          <ac:chgData name="Naga Venkata Sasi Kumar Avala" userId="51ad0964f9c9ac42" providerId="LiveId" clId="{AF13C41C-89D5-4E9C-B406-90658D3829B4}" dt="2026-03-11T14:00:46.507" v="273"/>
          <ac:spMkLst>
            <pc:docMk/>
            <pc:sldMk cId="1564665483" sldId="260"/>
            <ac:spMk id="3" creationId="{D26AA251-3079-89B1-2A2F-B3CC7A0B45E2}"/>
          </ac:spMkLst>
        </pc:spChg>
        <pc:spChg chg="add mod">
          <ac:chgData name="Naga Venkata Sasi Kumar Avala" userId="51ad0964f9c9ac42" providerId="LiveId" clId="{AF13C41C-89D5-4E9C-B406-90658D3829B4}" dt="2026-03-11T14:02:56.683" v="289"/>
          <ac:spMkLst>
            <pc:docMk/>
            <pc:sldMk cId="1564665483" sldId="260"/>
            <ac:spMk id="4" creationId="{B22F3F0E-86C5-2AEE-47A7-A9A33ADA49BF}"/>
          </ac:spMkLst>
        </pc:spChg>
      </pc:sldChg>
      <pc:sldChg chg="add del">
        <pc:chgData name="Naga Venkata Sasi Kumar Avala" userId="51ad0964f9c9ac42" providerId="LiveId" clId="{AF13C41C-89D5-4E9C-B406-90658D3829B4}" dt="2026-03-11T13:28:24.781" v="17" actId="2890"/>
        <pc:sldMkLst>
          <pc:docMk/>
          <pc:sldMk cId="753418910" sldId="261"/>
        </pc:sldMkLst>
      </pc:sldChg>
      <pc:sldChg chg="addSp modSp add del mod modAnim">
        <pc:chgData name="Naga Venkata Sasi Kumar Avala" userId="51ad0964f9c9ac42" providerId="LiveId" clId="{AF13C41C-89D5-4E9C-B406-90658D3829B4}" dt="2026-03-11T14:18:31.615" v="418" actId="2696"/>
        <pc:sldMkLst>
          <pc:docMk/>
          <pc:sldMk cId="1700398375" sldId="261"/>
        </pc:sldMkLst>
        <pc:spChg chg="add mod">
          <ac:chgData name="Naga Venkata Sasi Kumar Avala" userId="51ad0964f9c9ac42" providerId="LiveId" clId="{AF13C41C-89D5-4E9C-B406-90658D3829B4}" dt="2026-03-11T14:03:48.875" v="326" actId="20577"/>
          <ac:spMkLst>
            <pc:docMk/>
            <pc:sldMk cId="1700398375" sldId="261"/>
            <ac:spMk id="2" creationId="{CA9022F0-0A50-014D-E67D-02CA9E8B47F1}"/>
          </ac:spMkLst>
        </pc:spChg>
        <pc:picChg chg="add mod">
          <ac:chgData name="Naga Venkata Sasi Kumar Avala" userId="51ad0964f9c9ac42" providerId="LiveId" clId="{AF13C41C-89D5-4E9C-B406-90658D3829B4}" dt="2026-03-11T14:05:57.818" v="331" actId="1076"/>
          <ac:picMkLst>
            <pc:docMk/>
            <pc:sldMk cId="1700398375" sldId="261"/>
            <ac:picMk id="3" creationId="{696F2C75-FC23-3B3D-A5DD-4C45985342E0}"/>
          </ac:picMkLst>
        </pc:picChg>
      </pc:sldChg>
      <pc:sldChg chg="addSp modSp add mod">
        <pc:chgData name="Naga Venkata Sasi Kumar Avala" userId="51ad0964f9c9ac42" providerId="LiveId" clId="{AF13C41C-89D5-4E9C-B406-90658D3829B4}" dt="2026-03-11T14:51:56.840" v="420" actId="20577"/>
        <pc:sldMkLst>
          <pc:docMk/>
          <pc:sldMk cId="622820703" sldId="262"/>
        </pc:sldMkLst>
        <pc:spChg chg="add mod">
          <ac:chgData name="Naga Venkata Sasi Kumar Avala" userId="51ad0964f9c9ac42" providerId="LiveId" clId="{AF13C41C-89D5-4E9C-B406-90658D3829B4}" dt="2026-03-11T14:51:56.840" v="420" actId="20577"/>
          <ac:spMkLst>
            <pc:docMk/>
            <pc:sldMk cId="622820703" sldId="262"/>
            <ac:spMk id="2" creationId="{2D50DBA3-590F-7779-7DCD-BDE9672F0368}"/>
          </ac:spMkLst>
        </pc:spChg>
        <pc:spChg chg="add mod">
          <ac:chgData name="Naga Venkata Sasi Kumar Avala" userId="51ad0964f9c9ac42" providerId="LiveId" clId="{AF13C41C-89D5-4E9C-B406-90658D3829B4}" dt="2026-03-11T14:09:01.504" v="336" actId="1076"/>
          <ac:spMkLst>
            <pc:docMk/>
            <pc:sldMk cId="622820703" sldId="262"/>
            <ac:spMk id="3" creationId="{53335ED9-E6C7-9A40-D2BC-E16A339095D1}"/>
          </ac:spMkLst>
        </pc:spChg>
        <pc:spChg chg="add mod">
          <ac:chgData name="Naga Venkata Sasi Kumar Avala" userId="51ad0964f9c9ac42" providerId="LiveId" clId="{AF13C41C-89D5-4E9C-B406-90658D3829B4}" dt="2026-03-11T14:11:48.165" v="344"/>
          <ac:spMkLst>
            <pc:docMk/>
            <pc:sldMk cId="622820703" sldId="262"/>
            <ac:spMk id="4" creationId="{0C77ED33-9924-F4BA-0C4C-8830C29D7833}"/>
          </ac:spMkLst>
        </pc:spChg>
      </pc:sldChg>
      <pc:sldChg chg="add del">
        <pc:chgData name="Naga Venkata Sasi Kumar Avala" userId="51ad0964f9c9ac42" providerId="LiveId" clId="{AF13C41C-89D5-4E9C-B406-90658D3829B4}" dt="2026-03-11T13:28:24.584" v="16" actId="2890"/>
        <pc:sldMkLst>
          <pc:docMk/>
          <pc:sldMk cId="741627166" sldId="262"/>
        </pc:sldMkLst>
      </pc:sldChg>
      <pc:sldChg chg="addSp modSp add mod">
        <pc:chgData name="Naga Venkata Sasi Kumar Avala" userId="51ad0964f9c9ac42" providerId="LiveId" clId="{AF13C41C-89D5-4E9C-B406-90658D3829B4}" dt="2026-03-11T14:15:09.084" v="417" actId="20577"/>
        <pc:sldMkLst>
          <pc:docMk/>
          <pc:sldMk cId="111468193" sldId="263"/>
        </pc:sldMkLst>
        <pc:spChg chg="add mod">
          <ac:chgData name="Naga Venkata Sasi Kumar Avala" userId="51ad0964f9c9ac42" providerId="LiveId" clId="{AF13C41C-89D5-4E9C-B406-90658D3829B4}" dt="2026-03-11T14:12:55.579" v="364" actId="255"/>
          <ac:spMkLst>
            <pc:docMk/>
            <pc:sldMk cId="111468193" sldId="263"/>
            <ac:spMk id="2" creationId="{4911476E-978B-FA87-A847-FDB3FA5B41FF}"/>
          </ac:spMkLst>
        </pc:spChg>
        <pc:spChg chg="add mod">
          <ac:chgData name="Naga Venkata Sasi Kumar Avala" userId="51ad0964f9c9ac42" providerId="LiveId" clId="{AF13C41C-89D5-4E9C-B406-90658D3829B4}" dt="2026-03-11T14:14:02.165" v="383" actId="20577"/>
          <ac:spMkLst>
            <pc:docMk/>
            <pc:sldMk cId="111468193" sldId="263"/>
            <ac:spMk id="3" creationId="{238457AB-73B0-682F-F62F-CE496F4C099B}"/>
          </ac:spMkLst>
        </pc:spChg>
        <pc:spChg chg="add mod">
          <ac:chgData name="Naga Venkata Sasi Kumar Avala" userId="51ad0964f9c9ac42" providerId="LiveId" clId="{AF13C41C-89D5-4E9C-B406-90658D3829B4}" dt="2026-03-11T14:14:28.681" v="397" actId="255"/>
          <ac:spMkLst>
            <pc:docMk/>
            <pc:sldMk cId="111468193" sldId="263"/>
            <ac:spMk id="4" creationId="{46065B97-323F-AC30-36B3-F601E9380488}"/>
          </ac:spMkLst>
        </pc:spChg>
        <pc:spChg chg="add mod">
          <ac:chgData name="Naga Venkata Sasi Kumar Avala" userId="51ad0964f9c9ac42" providerId="LiveId" clId="{AF13C41C-89D5-4E9C-B406-90658D3829B4}" dt="2026-03-11T14:15:09.084" v="417" actId="20577"/>
          <ac:spMkLst>
            <pc:docMk/>
            <pc:sldMk cId="111468193" sldId="263"/>
            <ac:spMk id="5" creationId="{38BD8471-A6D1-2866-ECDA-030FDBA9AAFA}"/>
          </ac:spMkLst>
        </pc:spChg>
      </pc:sldChg>
      <pc:sldChg chg="add del">
        <pc:chgData name="Naga Venkata Sasi Kumar Avala" userId="51ad0964f9c9ac42" providerId="LiveId" clId="{AF13C41C-89D5-4E9C-B406-90658D3829B4}" dt="2026-03-11T13:28:24.367" v="15" actId="2890"/>
        <pc:sldMkLst>
          <pc:docMk/>
          <pc:sldMk cId="520469290" sldId="263"/>
        </pc:sldMkLst>
      </pc:sldChg>
      <pc:sldChg chg="add del">
        <pc:chgData name="Naga Venkata Sasi Kumar Avala" userId="51ad0964f9c9ac42" providerId="LiveId" clId="{AF13C41C-89D5-4E9C-B406-90658D3829B4}" dt="2026-03-11T13:28:24.143" v="14" actId="2890"/>
        <pc:sldMkLst>
          <pc:docMk/>
          <pc:sldMk cId="1900703307" sldId="264"/>
        </pc:sldMkLst>
      </pc:sldChg>
      <pc:sldChg chg="add del">
        <pc:chgData name="Naga Venkata Sasi Kumar Avala" userId="51ad0964f9c9ac42" providerId="LiveId" clId="{AF13C41C-89D5-4E9C-B406-90658D3829B4}" dt="2026-03-11T13:28:23.867" v="13" actId="2890"/>
        <pc:sldMkLst>
          <pc:docMk/>
          <pc:sldMk cId="3852075816" sldId="265"/>
        </pc:sldMkLst>
      </pc:sldChg>
      <pc:sldMasterChg chg="addSldLayout">
        <pc:chgData name="Naga Venkata Sasi Kumar Avala" userId="51ad0964f9c9ac42" providerId="LiveId" clId="{AF13C41C-89D5-4E9C-B406-90658D3829B4}" dt="2026-03-11T13:27:34.251" v="0" actId="680"/>
        <pc:sldMasterMkLst>
          <pc:docMk/>
          <pc:sldMasterMk cId="3579600914" sldId="2147483648"/>
        </pc:sldMasterMkLst>
        <pc:sldLayoutChg chg="add">
          <pc:chgData name="Naga Venkata Sasi Kumar Avala" userId="51ad0964f9c9ac42" providerId="LiveId" clId="{AF13C41C-89D5-4E9C-B406-90658D3829B4}" dt="2026-03-11T13:27:34.251" v="0" actId="680"/>
          <pc:sldLayoutMkLst>
            <pc:docMk/>
            <pc:sldMasterMk cId="3579600914" sldId="2147483648"/>
            <pc:sldLayoutMk cId="3156746235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333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1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55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6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172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63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665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13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948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455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2046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008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944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76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189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38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704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AD5DAA-294B-050F-EF44-C6CD8640934D}"/>
              </a:ext>
            </a:extLst>
          </p:cNvPr>
          <p:cNvSpPr txBox="1"/>
          <p:nvPr/>
        </p:nvSpPr>
        <p:spPr>
          <a:xfrm>
            <a:off x="1435511" y="2389239"/>
            <a:ext cx="96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DATA ANALYTICS INTERNSHIP PORTFOLIO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EF995-03D0-D5C3-DCE4-235EE740E3CA}"/>
              </a:ext>
            </a:extLst>
          </p:cNvPr>
          <p:cNvSpPr txBox="1"/>
          <p:nvPr/>
        </p:nvSpPr>
        <p:spPr>
          <a:xfrm>
            <a:off x="7187381" y="5122606"/>
            <a:ext cx="4866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APEX PLANET SOFTWARE PVT.LTD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17B251-80DC-4D50-776F-DB22FF70CF2C}"/>
              </a:ext>
            </a:extLst>
          </p:cNvPr>
          <p:cNvSpPr txBox="1"/>
          <p:nvPr/>
        </p:nvSpPr>
        <p:spPr>
          <a:xfrm>
            <a:off x="7708490" y="5872005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Avala Naga Venkata Sasi Kumar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353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4489C-4951-39C7-D30C-2846168C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33A71A-93A7-44A7-F4AC-FBD650075E1E}"/>
              </a:ext>
            </a:extLst>
          </p:cNvPr>
          <p:cNvSpPr txBox="1"/>
          <p:nvPr/>
        </p:nvSpPr>
        <p:spPr>
          <a:xfrm>
            <a:off x="609600" y="442452"/>
            <a:ext cx="3834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INTERNSHIP  OVERVIEW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E6F0A-0B41-30EB-FE64-EFF6DD1B98B8}"/>
              </a:ext>
            </a:extLst>
          </p:cNvPr>
          <p:cNvSpPr txBox="1"/>
          <p:nvPr/>
        </p:nvSpPr>
        <p:spPr>
          <a:xfrm>
            <a:off x="707923" y="1656954"/>
            <a:ext cx="109039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internship focused on developing essential analytical skills including </a:t>
            </a:r>
            <a:r>
              <a:rPr lang="en-US" b="1" dirty="0"/>
              <a:t>data preprocessing, exploratory data analysis, dashboard development, statistical testing, and data storytelling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Throughout the internship, I completed multiple tasks that involved working with real datasets, identifying business problems, performing detailed data analysis, and presenting insights that support </a:t>
            </a:r>
            <a:r>
              <a:rPr lang="en-US" b="1" dirty="0"/>
              <a:t>data-driven decision making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projects covered different stages of the analytics pipeline, including: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Data Cleaning &amp; Preparation</a:t>
            </a:r>
            <a:r>
              <a:rPr lang="en-US" dirty="0"/>
              <a:t> – Preparing raw datasets for analysis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Exploratory Data Analysis (EDA)</a:t>
            </a:r>
            <a:r>
              <a:rPr lang="en-US" dirty="0"/>
              <a:t> – Discovering patterns and trends in data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Business Intelligence &amp; Dashboarding</a:t>
            </a:r>
            <a:r>
              <a:rPr lang="en-US" dirty="0"/>
              <a:t> – Visualizing insights using Power BI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Statistical Analysis &amp; A/B Testing</a:t>
            </a:r>
            <a:r>
              <a:rPr lang="en-US" dirty="0"/>
              <a:t> – Validating business experiments using hypothesis testing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Data Storytelling</a:t>
            </a:r>
            <a:r>
              <a:rPr lang="en-US" dirty="0"/>
              <a:t> – Communicating analytical insights in a clear and structured manner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411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13D02-A901-D2EC-42D0-82140ECE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20CF6E-B13E-B447-900A-EE7B561604B4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1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93262-84A0-4B42-B506-340EEE8CEF59}"/>
              </a:ext>
            </a:extLst>
          </p:cNvPr>
          <p:cNvSpPr txBox="1"/>
          <p:nvPr/>
        </p:nvSpPr>
        <p:spPr>
          <a:xfrm>
            <a:off x="3854245" y="806245"/>
            <a:ext cx="288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Cleaning &amp; analysis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F42358-31D5-F2D3-3722-554ED6360FBB}"/>
              </a:ext>
            </a:extLst>
          </p:cNvPr>
          <p:cNvSpPr txBox="1"/>
          <p:nvPr/>
        </p:nvSpPr>
        <p:spPr>
          <a:xfrm>
            <a:off x="442452" y="1361108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Perform data preprocessing and prepare datasets for analysis.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Data cleaning using Python</a:t>
            </a:r>
          </a:p>
          <a:p>
            <a:r>
              <a:rPr lang="en-IN" dirty="0"/>
              <a:t>- Handling missing values</a:t>
            </a:r>
          </a:p>
          <a:p>
            <a:r>
              <a:rPr lang="en-IN" dirty="0"/>
              <a:t>- Data transformation</a:t>
            </a:r>
          </a:p>
          <a:p>
            <a:r>
              <a:rPr lang="en-IN" dirty="0"/>
              <a:t>- Initial exploratory insights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Pandas •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780600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5233-9882-FDE0-904A-B4DBF52A3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F63397-986A-4901-DC14-3302949B830E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2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6B109-8A3B-5A27-2F4A-86319036A21B}"/>
              </a:ext>
            </a:extLst>
          </p:cNvPr>
          <p:cNvSpPr txBox="1"/>
          <p:nvPr/>
        </p:nvSpPr>
        <p:spPr>
          <a:xfrm>
            <a:off x="2949677" y="786581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Exploratory Data Analysis &amp; Business Intelligence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BC5E4-D835-4AD1-7442-C59B5EC44711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Analyze the </a:t>
            </a:r>
            <a:r>
              <a:rPr lang="en-US" b="1" dirty="0"/>
              <a:t>Walmart Retail Sales Dataset</a:t>
            </a:r>
            <a:r>
              <a:rPr lang="en-US" dirty="0"/>
              <a:t> to uncover business insights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Exploratory Data Analysis (EDA)</a:t>
            </a:r>
          </a:p>
          <a:p>
            <a:r>
              <a:rPr lang="en-IN" dirty="0"/>
              <a:t>- SQL business queries</a:t>
            </a:r>
          </a:p>
          <a:p>
            <a:r>
              <a:rPr lang="en-IN" dirty="0"/>
              <a:t>- Multivariate analysis</a:t>
            </a:r>
          </a:p>
          <a:p>
            <a:r>
              <a:rPr lang="en-IN" dirty="0"/>
              <a:t>- Data visualization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Pandas • SQL • Matplotlib • Seaborn</a:t>
            </a:r>
          </a:p>
        </p:txBody>
      </p:sp>
    </p:spTree>
    <p:extLst>
      <p:ext uri="{BB962C8B-B14F-4D97-AF65-F5344CB8AC3E}">
        <p14:creationId xmlns:p14="http://schemas.microsoft.com/office/powerpoint/2010/main" val="90221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6B3E-C3BB-B341-617E-266B8220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50FF2-FD69-9CE6-AA06-967885108B5B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3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AA251-3079-89B1-2A2F-B3CC7A0B45E2}"/>
              </a:ext>
            </a:extLst>
          </p:cNvPr>
          <p:cNvSpPr txBox="1"/>
          <p:nvPr/>
        </p:nvSpPr>
        <p:spPr>
          <a:xfrm>
            <a:off x="2949677" y="786581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Deep Dive Analysis &amp; Interactive Dashboard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2F3F0E-86C5-2AEE-47A7-A9A33ADA49BF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Perform advanced analysis on the </a:t>
            </a:r>
            <a:r>
              <a:rPr lang="en-US" b="1" dirty="0" err="1"/>
              <a:t>Olist</a:t>
            </a:r>
            <a:r>
              <a:rPr lang="en-US" b="1" dirty="0"/>
              <a:t> E-Commerce Dataset</a:t>
            </a:r>
            <a:r>
              <a:rPr lang="en-US" dirty="0"/>
              <a:t> and create an interactive dashboard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Data merging and preprocessing</a:t>
            </a:r>
          </a:p>
          <a:p>
            <a:r>
              <a:rPr lang="en-IN" dirty="0"/>
              <a:t>- KPI creation</a:t>
            </a:r>
          </a:p>
          <a:p>
            <a:r>
              <a:rPr lang="en-IN" dirty="0"/>
              <a:t>- Business trend analysis</a:t>
            </a:r>
          </a:p>
          <a:p>
            <a:r>
              <a:rPr lang="en-IN" dirty="0"/>
              <a:t>- Power BI interactive dashboard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Python • Pandas • Power BI • Data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665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4F625-139A-0807-4242-FC1B8CEB5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50DBA3-590F-7779-7DCD-BDE9672F0368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</a:t>
            </a:r>
            <a:r>
              <a:rPr lang="en-US" sz="2000"/>
              <a:t>– 4 </a:t>
            </a:r>
            <a:r>
              <a:rPr lang="en-US" sz="2000" dirty="0"/>
              <a:t>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35ED9-E6C7-9A40-D2BC-E16A339095D1}"/>
              </a:ext>
            </a:extLst>
          </p:cNvPr>
          <p:cNvSpPr txBox="1"/>
          <p:nvPr/>
        </p:nvSpPr>
        <p:spPr>
          <a:xfrm>
            <a:off x="3500284" y="810966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A/B Testing &amp; Statistical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7ED33-9924-F4BA-0C4C-8830C29D7833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Evaluate whether a </a:t>
            </a:r>
            <a:r>
              <a:rPr lang="en-US" b="1" dirty="0"/>
              <a:t>new landing page increases conversion rate</a:t>
            </a:r>
            <a:r>
              <a:rPr lang="en-US" dirty="0"/>
              <a:t> using statistical testing.</a:t>
            </a:r>
          </a:p>
          <a:p>
            <a:endParaRPr lang="en-US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Conversion rate analysis</a:t>
            </a:r>
          </a:p>
          <a:p>
            <a:r>
              <a:rPr lang="en-IN" dirty="0"/>
              <a:t>- Hypothesis formulation</a:t>
            </a:r>
          </a:p>
          <a:p>
            <a:r>
              <a:rPr lang="en-IN" dirty="0"/>
              <a:t>- Z-test for proportions</a:t>
            </a:r>
          </a:p>
          <a:p>
            <a:r>
              <a:rPr lang="en-IN" dirty="0"/>
              <a:t>- Business decision making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Statistics • 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622820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C04C3-E667-2A70-2227-E694F532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11476E-978B-FA87-A847-FDB3FA5B41FF}"/>
              </a:ext>
            </a:extLst>
          </p:cNvPr>
          <p:cNvSpPr txBox="1"/>
          <p:nvPr/>
        </p:nvSpPr>
        <p:spPr>
          <a:xfrm>
            <a:off x="629265" y="314632"/>
            <a:ext cx="2890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Skills Developed :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457AB-73B0-682F-F62F-CE496F4C099B}"/>
              </a:ext>
            </a:extLst>
          </p:cNvPr>
          <p:cNvSpPr txBox="1"/>
          <p:nvPr/>
        </p:nvSpPr>
        <p:spPr>
          <a:xfrm>
            <a:off x="757084" y="983226"/>
            <a:ext cx="47489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SQL Queries</a:t>
            </a:r>
          </a:p>
          <a:p>
            <a:r>
              <a:rPr lang="en-IN" dirty="0"/>
              <a:t>- Data Cleaning</a:t>
            </a:r>
          </a:p>
          <a:p>
            <a:r>
              <a:rPr lang="en-IN" dirty="0"/>
              <a:t>- Exploratory Data Analysis</a:t>
            </a:r>
          </a:p>
          <a:p>
            <a:r>
              <a:rPr lang="en-IN" dirty="0"/>
              <a:t>- Power BI Dashboard Development</a:t>
            </a:r>
          </a:p>
          <a:p>
            <a:r>
              <a:rPr lang="en-IN" dirty="0"/>
              <a:t>- A/B Testing</a:t>
            </a:r>
          </a:p>
          <a:p>
            <a:r>
              <a:rPr lang="en-IN" dirty="0"/>
              <a:t>- Hypothesis Testing</a:t>
            </a:r>
          </a:p>
          <a:p>
            <a:r>
              <a:rPr lang="en-IN" dirty="0"/>
              <a:t>- Data Storytelling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65B97-323F-AC30-36B3-F601E9380488}"/>
              </a:ext>
            </a:extLst>
          </p:cNvPr>
          <p:cNvSpPr txBox="1"/>
          <p:nvPr/>
        </p:nvSpPr>
        <p:spPr>
          <a:xfrm>
            <a:off x="629265" y="3283974"/>
            <a:ext cx="3234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Tools Used :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D8471-A6D1-2866-ECDA-030FDBA9AAFA}"/>
              </a:ext>
            </a:extLst>
          </p:cNvPr>
          <p:cNvSpPr txBox="1"/>
          <p:nvPr/>
        </p:nvSpPr>
        <p:spPr>
          <a:xfrm>
            <a:off x="757084" y="3864077"/>
            <a:ext cx="45130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Python</a:t>
            </a:r>
          </a:p>
          <a:p>
            <a:r>
              <a:rPr lang="en-IN" dirty="0"/>
              <a:t>- Pandas</a:t>
            </a:r>
          </a:p>
          <a:p>
            <a:r>
              <a:rPr lang="en-IN" dirty="0"/>
              <a:t>- NumPy</a:t>
            </a:r>
          </a:p>
          <a:p>
            <a:r>
              <a:rPr lang="en-IN" dirty="0"/>
              <a:t>- Matplotlib</a:t>
            </a:r>
          </a:p>
          <a:p>
            <a:r>
              <a:rPr lang="en-IN" dirty="0"/>
              <a:t>- Seaborn</a:t>
            </a:r>
          </a:p>
          <a:p>
            <a:r>
              <a:rPr lang="en-IN" dirty="0"/>
              <a:t>- SQL</a:t>
            </a:r>
          </a:p>
          <a:p>
            <a:r>
              <a:rPr lang="en-IN" dirty="0"/>
              <a:t>- Power BI</a:t>
            </a:r>
          </a:p>
          <a:p>
            <a:r>
              <a:rPr lang="en-IN" dirty="0"/>
              <a:t>-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r>
              <a:rPr lang="en-IN" dirty="0"/>
              <a:t>- GitHub</a:t>
            </a:r>
          </a:p>
        </p:txBody>
      </p:sp>
    </p:spTree>
    <p:extLst>
      <p:ext uri="{BB962C8B-B14F-4D97-AF65-F5344CB8AC3E}">
        <p14:creationId xmlns:p14="http://schemas.microsoft.com/office/powerpoint/2010/main" val="111468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48</TotalTime>
  <Words>450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Venkata Sasi Kumar Avala</dc:creator>
  <cp:lastModifiedBy>Naga Venkata Sasi Kumar Avala</cp:lastModifiedBy>
  <cp:revision>1</cp:revision>
  <dcterms:created xsi:type="dcterms:W3CDTF">2026-03-11T13:27:23Z</dcterms:created>
  <dcterms:modified xsi:type="dcterms:W3CDTF">2026-03-11T14:52:01Z</dcterms:modified>
</cp:coreProperties>
</file>