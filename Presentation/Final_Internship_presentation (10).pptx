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CFA36484-9E81-462B-9766-581C37D912FE}">
          <p14:sldIdLst>
            <p14:sldId id="256"/>
            <p14:sldId id="257"/>
            <p14:sldId id="258"/>
            <p14:sldId id="259"/>
            <p14:sldId id="260"/>
            <p14:sldId id="262"/>
            <p14:sldId id="263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smtClean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smtClean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4249-C0D0-4B06-8692-E8BB871AF643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B0DB6-F5C7-45FB-8CF3-31B45F9C2DAC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  <a:endParaRPr lang="en-US" sz="8000" dirty="0">
              <a:solidFill>
                <a:schemeClr val="tx1"/>
              </a:solidFill>
              <a:effectLst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  <a:endParaRPr lang="en-US" sz="8000" dirty="0">
              <a:solidFill>
                <a:schemeClr val="tx1"/>
              </a:solidFill>
              <a:effectLst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1160EA64-D806-43AC-9DF2-F8C432F32B4C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8A7A6979-0714-4377-B894-6BE4C2D6E202}" type="slidenum">
              <a:rPr lang="en-US" smtClean="0"/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 panose="020B0603020202020204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7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panose="05020102010507070707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90" indent="-269875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panose="05020102010507070707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160" indent="-2159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panose="05020102010507070707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205" indent="-2159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panose="05020102010507070707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3860" indent="-2159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panose="05020102010507070707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855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panose="05020102010507070707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57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panose="05020102010507070707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892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panose="05020102010507070707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42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panose="05020102010507070707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435511" y="2389239"/>
            <a:ext cx="96159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DATA ANALYTICS INTERNSHIP PORTFOLIO</a:t>
            </a:r>
            <a:endParaRPr lang="en-IN" sz="3200" dirty="0"/>
          </a:p>
        </p:txBody>
      </p:sp>
      <p:sp>
        <p:nvSpPr>
          <p:cNvPr id="5" name="TextBox 4"/>
          <p:cNvSpPr txBox="1"/>
          <p:nvPr/>
        </p:nvSpPr>
        <p:spPr>
          <a:xfrm>
            <a:off x="7187381" y="5122606"/>
            <a:ext cx="48669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APEX PLANET SOFTWARE PVT.LTD</a:t>
            </a:r>
            <a:endParaRPr lang="en-IN" dirty="0"/>
          </a:p>
        </p:txBody>
      </p:sp>
      <p:sp>
        <p:nvSpPr>
          <p:cNvPr id="6" name="TextBox 5"/>
          <p:cNvSpPr txBox="1"/>
          <p:nvPr/>
        </p:nvSpPr>
        <p:spPr>
          <a:xfrm>
            <a:off x="7708490" y="5872005"/>
            <a:ext cx="425736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Yedla Pavan Sai Kumar</a:t>
            </a:r>
            <a:endParaRPr lang="en-IN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442452"/>
            <a:ext cx="38345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INTERNSHIP  OVERVIEW :</a:t>
            </a:r>
            <a:endParaRPr lang="en-IN" sz="2000" dirty="0"/>
          </a:p>
        </p:txBody>
      </p:sp>
      <p:sp>
        <p:nvSpPr>
          <p:cNvPr id="3" name="TextBox 2"/>
          <p:cNvSpPr txBox="1"/>
          <p:nvPr/>
        </p:nvSpPr>
        <p:spPr>
          <a:xfrm>
            <a:off x="707923" y="1656954"/>
            <a:ext cx="10903974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internship focused on developing essential analytical skills including </a:t>
            </a:r>
            <a:r>
              <a:rPr lang="en-US" b="1" dirty="0"/>
              <a:t>data preprocessing, exploratory data analysis, dashboard development, statistical testing, and data storytelling</a:t>
            </a:r>
            <a:r>
              <a:rPr lang="en-US" dirty="0"/>
              <a:t>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Throughout the internship, I completed multiple tasks that involved working with real datasets, identifying business problems, performing detailed data analysis, and presenting insights that support </a:t>
            </a:r>
            <a:r>
              <a:rPr lang="en-US" b="1" dirty="0"/>
              <a:t>data-driven decision making</a:t>
            </a:r>
            <a:r>
              <a:rPr lang="en-US" dirty="0"/>
              <a:t>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The projects covered different stages of the analytics pipeline, including:</a:t>
            </a:r>
            <a:br>
              <a:rPr lang="en-US" dirty="0"/>
            </a:br>
            <a:endParaRPr lang="en-US" dirty="0"/>
          </a:p>
          <a:p>
            <a:r>
              <a:rPr lang="en-US" dirty="0"/>
              <a:t>• </a:t>
            </a:r>
            <a:r>
              <a:rPr lang="en-US" b="1" dirty="0"/>
              <a:t>Data Cleaning &amp; Preparation</a:t>
            </a:r>
            <a:r>
              <a:rPr lang="en-US" dirty="0"/>
              <a:t> – Preparing raw datasets for analysis</a:t>
            </a:r>
            <a:br>
              <a:rPr lang="en-US" dirty="0"/>
            </a:br>
            <a:r>
              <a:rPr lang="en-US" dirty="0"/>
              <a:t>• </a:t>
            </a:r>
            <a:r>
              <a:rPr lang="en-US" b="1" dirty="0"/>
              <a:t>Exploratory Data Analysis (EDA)</a:t>
            </a:r>
            <a:r>
              <a:rPr lang="en-US" dirty="0"/>
              <a:t> – Discovering patterns and trends in data</a:t>
            </a:r>
            <a:br>
              <a:rPr lang="en-US" dirty="0"/>
            </a:br>
            <a:r>
              <a:rPr lang="en-US" dirty="0"/>
              <a:t>• </a:t>
            </a:r>
            <a:r>
              <a:rPr lang="en-US" b="1" dirty="0"/>
              <a:t>Business Intelligence &amp; Dashboarding</a:t>
            </a:r>
            <a:r>
              <a:rPr lang="en-US" dirty="0"/>
              <a:t> – Visualizing insights using Power BI</a:t>
            </a:r>
            <a:br>
              <a:rPr lang="en-US" dirty="0"/>
            </a:br>
            <a:r>
              <a:rPr lang="en-US" dirty="0"/>
              <a:t>• </a:t>
            </a:r>
            <a:r>
              <a:rPr lang="en-US" b="1" dirty="0"/>
              <a:t>Statistical Analysis &amp; A/B Testing</a:t>
            </a:r>
            <a:r>
              <a:rPr lang="en-US" dirty="0"/>
              <a:t> – Validating business experiments using hypothesis testing</a:t>
            </a:r>
            <a:br>
              <a:rPr lang="en-US" dirty="0"/>
            </a:br>
            <a:r>
              <a:rPr lang="en-US" dirty="0"/>
              <a:t>• </a:t>
            </a:r>
            <a:r>
              <a:rPr lang="en-US" b="1" dirty="0"/>
              <a:t>Data Storytelling</a:t>
            </a:r>
            <a:r>
              <a:rPr lang="en-US" dirty="0"/>
              <a:t> – Communicating analytical insights in a clear and structured manner</a:t>
            </a:r>
            <a:endParaRPr lang="en-US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65471" y="216310"/>
            <a:ext cx="35887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Task – 1 Summary :</a:t>
            </a:r>
            <a:endParaRPr lang="en-IN" sz="2000" dirty="0"/>
          </a:p>
        </p:txBody>
      </p:sp>
      <p:sp>
        <p:nvSpPr>
          <p:cNvPr id="3" name="TextBox 2"/>
          <p:cNvSpPr txBox="1"/>
          <p:nvPr/>
        </p:nvSpPr>
        <p:spPr>
          <a:xfrm>
            <a:off x="3854245" y="806245"/>
            <a:ext cx="28808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Data Cleaning &amp; analysis</a:t>
            </a:r>
            <a:endParaRPr lang="en-IN" dirty="0"/>
          </a:p>
        </p:txBody>
      </p:sp>
      <p:sp>
        <p:nvSpPr>
          <p:cNvPr id="4" name="TextBox 3"/>
          <p:cNvSpPr txBox="1"/>
          <p:nvPr/>
        </p:nvSpPr>
        <p:spPr>
          <a:xfrm>
            <a:off x="442452" y="1361108"/>
            <a:ext cx="1108095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📌 </a:t>
            </a:r>
            <a:r>
              <a:rPr lang="en-IN" b="1" dirty="0"/>
              <a:t>Objective</a:t>
            </a:r>
            <a:br>
              <a:rPr lang="en-IN" b="1" dirty="0"/>
            </a:br>
            <a:endParaRPr lang="en-IN" dirty="0"/>
          </a:p>
          <a:p>
            <a:r>
              <a:rPr lang="en-IN" dirty="0"/>
              <a:t>Perform data preprocessing and prepare datasets for analysis.</a:t>
            </a:r>
            <a:br>
              <a:rPr lang="en-IN" dirty="0"/>
            </a:br>
            <a:endParaRPr lang="en-IN" dirty="0"/>
          </a:p>
          <a:p>
            <a:r>
              <a:rPr lang="en-IN" dirty="0"/>
              <a:t>📌 </a:t>
            </a:r>
            <a:r>
              <a:rPr lang="en-IN" b="1" dirty="0"/>
              <a:t>Key Work</a:t>
            </a:r>
            <a:br>
              <a:rPr lang="en-IN" b="1" dirty="0"/>
            </a:br>
            <a:endParaRPr lang="en-IN" dirty="0"/>
          </a:p>
          <a:p>
            <a:r>
              <a:rPr lang="en-IN" dirty="0"/>
              <a:t>- Data cleaning using Python</a:t>
            </a:r>
            <a:endParaRPr lang="en-IN" dirty="0"/>
          </a:p>
          <a:p>
            <a:r>
              <a:rPr lang="en-IN" dirty="0"/>
              <a:t>- Handling missing values</a:t>
            </a:r>
            <a:endParaRPr lang="en-IN" dirty="0"/>
          </a:p>
          <a:p>
            <a:r>
              <a:rPr lang="en-IN" dirty="0"/>
              <a:t>- Data transformation</a:t>
            </a:r>
            <a:endParaRPr lang="en-IN" dirty="0"/>
          </a:p>
          <a:p>
            <a:r>
              <a:rPr lang="en-IN" dirty="0"/>
              <a:t>- Initial exploratory insights</a:t>
            </a:r>
            <a:br>
              <a:rPr lang="en-IN" dirty="0"/>
            </a:br>
            <a:endParaRPr lang="en-IN" dirty="0"/>
          </a:p>
          <a:p>
            <a:r>
              <a:rPr lang="en-IN" dirty="0"/>
              <a:t>📌 </a:t>
            </a:r>
            <a:r>
              <a:rPr lang="en-IN" b="1" dirty="0"/>
              <a:t>Tools Used</a:t>
            </a:r>
            <a:br>
              <a:rPr lang="en-IN" b="1" dirty="0"/>
            </a:br>
            <a:endParaRPr lang="en-IN" dirty="0"/>
          </a:p>
          <a:p>
            <a:r>
              <a:rPr lang="en-IN" dirty="0"/>
              <a:t>Python • Pandas • </a:t>
            </a:r>
            <a:r>
              <a:rPr lang="en-IN" dirty="0" err="1"/>
              <a:t>Jupyter</a:t>
            </a:r>
            <a:r>
              <a:rPr lang="en-IN" dirty="0"/>
              <a:t> Notebook</a:t>
            </a:r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65471" y="216310"/>
            <a:ext cx="35887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Task – 2 Summary :</a:t>
            </a:r>
            <a:endParaRPr lang="en-IN" sz="2000" dirty="0"/>
          </a:p>
        </p:txBody>
      </p:sp>
      <p:sp>
        <p:nvSpPr>
          <p:cNvPr id="3" name="TextBox 2"/>
          <p:cNvSpPr txBox="1"/>
          <p:nvPr/>
        </p:nvSpPr>
        <p:spPr>
          <a:xfrm>
            <a:off x="2949677" y="786581"/>
            <a:ext cx="5191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Exploratory Data Analysis &amp; Business Intelligence</a:t>
            </a:r>
            <a:endParaRPr lang="en-IN" dirty="0"/>
          </a:p>
        </p:txBody>
      </p:sp>
      <p:sp>
        <p:nvSpPr>
          <p:cNvPr id="4" name="TextBox 3"/>
          <p:cNvSpPr txBox="1"/>
          <p:nvPr/>
        </p:nvSpPr>
        <p:spPr>
          <a:xfrm>
            <a:off x="432619" y="1892050"/>
            <a:ext cx="1108095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📌 </a:t>
            </a:r>
            <a:r>
              <a:rPr lang="en-IN" b="1" dirty="0"/>
              <a:t>Objective</a:t>
            </a:r>
            <a:br>
              <a:rPr lang="en-IN" b="1" dirty="0"/>
            </a:br>
            <a:endParaRPr lang="en-IN" dirty="0"/>
          </a:p>
          <a:p>
            <a:r>
              <a:rPr lang="en-US" dirty="0"/>
              <a:t>Analyze the </a:t>
            </a:r>
            <a:r>
              <a:rPr lang="en-US" b="1" dirty="0"/>
              <a:t>Walmart Retail Sales Dataset</a:t>
            </a:r>
            <a:r>
              <a:rPr lang="en-US" dirty="0"/>
              <a:t> to uncover business insights</a:t>
            </a:r>
            <a:r>
              <a:rPr lang="en-IN" dirty="0"/>
              <a:t>.</a:t>
            </a:r>
            <a:br>
              <a:rPr lang="en-IN" dirty="0"/>
            </a:br>
            <a:endParaRPr lang="en-IN" dirty="0"/>
          </a:p>
          <a:p>
            <a:r>
              <a:rPr lang="en-IN" dirty="0"/>
              <a:t>📌 </a:t>
            </a:r>
            <a:r>
              <a:rPr lang="en-IN" b="1" dirty="0"/>
              <a:t>Key Work</a:t>
            </a:r>
            <a:br>
              <a:rPr lang="en-IN" b="1" dirty="0"/>
            </a:br>
            <a:endParaRPr lang="en-IN" dirty="0"/>
          </a:p>
          <a:p>
            <a:r>
              <a:rPr lang="en-IN" dirty="0"/>
              <a:t>- Exploratory Data Analysis (EDA)</a:t>
            </a:r>
            <a:endParaRPr lang="en-IN" dirty="0"/>
          </a:p>
          <a:p>
            <a:r>
              <a:rPr lang="en-IN" dirty="0"/>
              <a:t>- SQL business queries</a:t>
            </a:r>
            <a:endParaRPr lang="en-IN" dirty="0"/>
          </a:p>
          <a:p>
            <a:r>
              <a:rPr lang="en-IN" dirty="0"/>
              <a:t>- Multivariate analysis</a:t>
            </a:r>
            <a:endParaRPr lang="en-IN" dirty="0"/>
          </a:p>
          <a:p>
            <a:r>
              <a:rPr lang="en-IN" dirty="0"/>
              <a:t>- Data visualization</a:t>
            </a:r>
            <a:br>
              <a:rPr lang="en-IN" dirty="0"/>
            </a:br>
            <a:endParaRPr lang="en-IN" dirty="0"/>
          </a:p>
          <a:p>
            <a:r>
              <a:rPr lang="en-IN" dirty="0"/>
              <a:t>📌 </a:t>
            </a:r>
            <a:r>
              <a:rPr lang="en-IN" b="1" dirty="0"/>
              <a:t>Tools Used</a:t>
            </a:r>
            <a:br>
              <a:rPr lang="en-IN" b="1" dirty="0"/>
            </a:br>
            <a:endParaRPr lang="en-IN" dirty="0"/>
          </a:p>
          <a:p>
            <a:r>
              <a:rPr lang="en-IN" dirty="0"/>
              <a:t>Python • Pandas • SQL • Matplotlib • Seaborn</a:t>
            </a:r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65471" y="216310"/>
            <a:ext cx="35887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Task – 3 Summary :</a:t>
            </a:r>
            <a:endParaRPr lang="en-IN" sz="2000" dirty="0"/>
          </a:p>
        </p:txBody>
      </p:sp>
      <p:sp>
        <p:nvSpPr>
          <p:cNvPr id="3" name="TextBox 2"/>
          <p:cNvSpPr txBox="1"/>
          <p:nvPr/>
        </p:nvSpPr>
        <p:spPr>
          <a:xfrm>
            <a:off x="2949677" y="786581"/>
            <a:ext cx="5191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Deep Dive Analysis &amp; Interactive Dashboard</a:t>
            </a:r>
            <a:endParaRPr lang="en-IN" dirty="0"/>
          </a:p>
        </p:txBody>
      </p:sp>
      <p:sp>
        <p:nvSpPr>
          <p:cNvPr id="4" name="TextBox 3"/>
          <p:cNvSpPr txBox="1"/>
          <p:nvPr/>
        </p:nvSpPr>
        <p:spPr>
          <a:xfrm>
            <a:off x="432619" y="1892050"/>
            <a:ext cx="1108095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📌 </a:t>
            </a:r>
            <a:r>
              <a:rPr lang="en-IN" b="1" dirty="0"/>
              <a:t>Objective</a:t>
            </a:r>
            <a:br>
              <a:rPr lang="en-IN" b="1" dirty="0"/>
            </a:br>
            <a:endParaRPr lang="en-IN" dirty="0"/>
          </a:p>
          <a:p>
            <a:r>
              <a:rPr lang="en-US" dirty="0"/>
              <a:t>Perform advanced analysis on the </a:t>
            </a:r>
            <a:r>
              <a:rPr lang="en-US" b="1" dirty="0" err="1"/>
              <a:t>Olist</a:t>
            </a:r>
            <a:r>
              <a:rPr lang="en-US" b="1" dirty="0"/>
              <a:t> E-Commerce Dataset</a:t>
            </a:r>
            <a:r>
              <a:rPr lang="en-US" dirty="0"/>
              <a:t> and create an interactive dashboard</a:t>
            </a:r>
            <a:r>
              <a:rPr lang="en-IN" dirty="0"/>
              <a:t>.</a:t>
            </a:r>
            <a:br>
              <a:rPr lang="en-IN" dirty="0"/>
            </a:br>
            <a:endParaRPr lang="en-IN" dirty="0"/>
          </a:p>
          <a:p>
            <a:r>
              <a:rPr lang="en-IN" dirty="0"/>
              <a:t>📌 </a:t>
            </a:r>
            <a:r>
              <a:rPr lang="en-IN" b="1" dirty="0"/>
              <a:t>Key Work</a:t>
            </a:r>
            <a:br>
              <a:rPr lang="en-IN" b="1" dirty="0"/>
            </a:br>
            <a:endParaRPr lang="en-IN" dirty="0"/>
          </a:p>
          <a:p>
            <a:r>
              <a:rPr lang="en-IN" dirty="0"/>
              <a:t>- Data merging and preprocessing</a:t>
            </a:r>
            <a:endParaRPr lang="en-IN" dirty="0"/>
          </a:p>
          <a:p>
            <a:r>
              <a:rPr lang="en-IN" dirty="0"/>
              <a:t>- KPI creation</a:t>
            </a:r>
            <a:endParaRPr lang="en-IN" dirty="0"/>
          </a:p>
          <a:p>
            <a:r>
              <a:rPr lang="en-IN" dirty="0"/>
              <a:t>- Business trend analysis</a:t>
            </a:r>
            <a:endParaRPr lang="en-IN" dirty="0"/>
          </a:p>
          <a:p>
            <a:r>
              <a:rPr lang="en-IN" dirty="0"/>
              <a:t>- Power BI interactive dashboard</a:t>
            </a:r>
            <a:br>
              <a:rPr lang="en-IN" dirty="0"/>
            </a:br>
            <a:endParaRPr lang="en-IN" dirty="0"/>
          </a:p>
          <a:p>
            <a:r>
              <a:rPr lang="en-IN" dirty="0"/>
              <a:t>📌 </a:t>
            </a:r>
            <a:r>
              <a:rPr lang="en-IN" b="1" dirty="0"/>
              <a:t>Tools Used</a:t>
            </a:r>
            <a:br>
              <a:rPr lang="en-IN" b="1" dirty="0"/>
            </a:br>
            <a:endParaRPr lang="en-IN" dirty="0"/>
          </a:p>
          <a:p>
            <a:r>
              <a:rPr lang="en-US" dirty="0"/>
              <a:t>Python • Pandas • Power BI • Data Visualization</a:t>
            </a:r>
            <a:endParaRPr lang="en-I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65471" y="216310"/>
            <a:ext cx="35887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Task </a:t>
            </a:r>
            <a:r>
              <a:rPr lang="en-US" sz="2000"/>
              <a:t>– 4 </a:t>
            </a:r>
            <a:r>
              <a:rPr lang="en-US" sz="2000" dirty="0"/>
              <a:t>Summary :</a:t>
            </a:r>
            <a:endParaRPr lang="en-IN" sz="2000" dirty="0"/>
          </a:p>
        </p:txBody>
      </p:sp>
      <p:sp>
        <p:nvSpPr>
          <p:cNvPr id="3" name="TextBox 2"/>
          <p:cNvSpPr txBox="1"/>
          <p:nvPr/>
        </p:nvSpPr>
        <p:spPr>
          <a:xfrm>
            <a:off x="3500284" y="810966"/>
            <a:ext cx="5191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A/B Testing &amp; Statistical Validation</a:t>
            </a:r>
            <a:endParaRPr lang="en-IN" dirty="0"/>
          </a:p>
        </p:txBody>
      </p:sp>
      <p:sp>
        <p:nvSpPr>
          <p:cNvPr id="4" name="TextBox 3"/>
          <p:cNvSpPr txBox="1"/>
          <p:nvPr/>
        </p:nvSpPr>
        <p:spPr>
          <a:xfrm>
            <a:off x="432619" y="1892050"/>
            <a:ext cx="1108095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📌 </a:t>
            </a:r>
            <a:r>
              <a:rPr lang="en-IN" b="1" dirty="0"/>
              <a:t>Objective</a:t>
            </a:r>
            <a:br>
              <a:rPr lang="en-IN" b="1" dirty="0"/>
            </a:br>
            <a:endParaRPr lang="en-IN" dirty="0"/>
          </a:p>
          <a:p>
            <a:r>
              <a:rPr lang="en-US" dirty="0"/>
              <a:t>Evaluate whether a </a:t>
            </a:r>
            <a:r>
              <a:rPr lang="en-US" b="1" dirty="0"/>
              <a:t>new landing page increases conversion rate</a:t>
            </a:r>
            <a:r>
              <a:rPr lang="en-US" dirty="0"/>
              <a:t> using statistical testing.</a:t>
            </a:r>
            <a:endParaRPr lang="en-US" dirty="0"/>
          </a:p>
          <a:p>
            <a:endParaRPr lang="en-US" dirty="0"/>
          </a:p>
          <a:p>
            <a:r>
              <a:rPr lang="en-IN" dirty="0"/>
              <a:t>📌 </a:t>
            </a:r>
            <a:r>
              <a:rPr lang="en-IN" b="1" dirty="0"/>
              <a:t>Key Work</a:t>
            </a:r>
            <a:br>
              <a:rPr lang="en-IN" b="1" dirty="0"/>
            </a:br>
            <a:endParaRPr lang="en-IN" dirty="0"/>
          </a:p>
          <a:p>
            <a:r>
              <a:rPr lang="en-IN" dirty="0"/>
              <a:t>- Conversion rate analysis</a:t>
            </a:r>
            <a:endParaRPr lang="en-IN" dirty="0"/>
          </a:p>
          <a:p>
            <a:r>
              <a:rPr lang="en-IN" dirty="0"/>
              <a:t>- Hypothesis formulation</a:t>
            </a:r>
            <a:endParaRPr lang="en-IN" dirty="0"/>
          </a:p>
          <a:p>
            <a:r>
              <a:rPr lang="en-IN" dirty="0"/>
              <a:t>- Z-test for proportions</a:t>
            </a:r>
            <a:endParaRPr lang="en-IN" dirty="0"/>
          </a:p>
          <a:p>
            <a:r>
              <a:rPr lang="en-IN" dirty="0"/>
              <a:t>- Business decision making</a:t>
            </a:r>
            <a:br>
              <a:rPr lang="en-IN" dirty="0"/>
            </a:br>
            <a:endParaRPr lang="en-IN" dirty="0"/>
          </a:p>
          <a:p>
            <a:r>
              <a:rPr lang="en-IN" dirty="0"/>
              <a:t>📌 </a:t>
            </a:r>
            <a:r>
              <a:rPr lang="en-IN" b="1" dirty="0"/>
              <a:t>Tools Used</a:t>
            </a:r>
            <a:br>
              <a:rPr lang="en-IN" b="1" dirty="0"/>
            </a:br>
            <a:endParaRPr lang="en-IN" dirty="0"/>
          </a:p>
          <a:p>
            <a:r>
              <a:rPr lang="en-IN" dirty="0"/>
              <a:t>Python • Statistics • Hypothesis Testing</a:t>
            </a:r>
            <a:endParaRPr lang="en-I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9265" y="314632"/>
            <a:ext cx="28906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Skills Developed :</a:t>
            </a:r>
            <a:endParaRPr lang="en-IN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757084" y="983226"/>
            <a:ext cx="474898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- SQL Queries</a:t>
            </a:r>
            <a:endParaRPr lang="en-IN" dirty="0"/>
          </a:p>
          <a:p>
            <a:r>
              <a:rPr lang="en-IN" dirty="0"/>
              <a:t>- Data Cleaning</a:t>
            </a:r>
            <a:endParaRPr lang="en-IN" dirty="0"/>
          </a:p>
          <a:p>
            <a:r>
              <a:rPr lang="en-IN" dirty="0"/>
              <a:t>- Exploratory Data Analysis</a:t>
            </a:r>
            <a:endParaRPr lang="en-IN" dirty="0"/>
          </a:p>
          <a:p>
            <a:r>
              <a:rPr lang="en-IN" dirty="0"/>
              <a:t>- Power BI Dashboard Development</a:t>
            </a:r>
            <a:endParaRPr lang="en-IN" dirty="0"/>
          </a:p>
          <a:p>
            <a:r>
              <a:rPr lang="en-IN" dirty="0"/>
              <a:t>- A/B Testing</a:t>
            </a:r>
            <a:endParaRPr lang="en-IN" dirty="0"/>
          </a:p>
          <a:p>
            <a:r>
              <a:rPr lang="en-IN" dirty="0"/>
              <a:t>- Hypothesis Testing</a:t>
            </a:r>
            <a:endParaRPr lang="en-IN" dirty="0"/>
          </a:p>
          <a:p>
            <a:r>
              <a:rPr lang="en-IN" dirty="0"/>
              <a:t>- Data Storytelling</a:t>
            </a:r>
            <a:endParaRPr lang="en-IN" dirty="0"/>
          </a:p>
        </p:txBody>
      </p:sp>
      <p:sp>
        <p:nvSpPr>
          <p:cNvPr id="4" name="TextBox 3"/>
          <p:cNvSpPr txBox="1"/>
          <p:nvPr/>
        </p:nvSpPr>
        <p:spPr>
          <a:xfrm>
            <a:off x="629265" y="3283974"/>
            <a:ext cx="32348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Tools Used :</a:t>
            </a:r>
            <a:endParaRPr lang="en-IN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757084" y="3864077"/>
            <a:ext cx="4513006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- Python</a:t>
            </a:r>
            <a:endParaRPr lang="en-IN" dirty="0"/>
          </a:p>
          <a:p>
            <a:r>
              <a:rPr lang="en-IN" dirty="0"/>
              <a:t>- Pandas</a:t>
            </a:r>
            <a:endParaRPr lang="en-IN" dirty="0"/>
          </a:p>
          <a:p>
            <a:r>
              <a:rPr lang="en-IN" dirty="0"/>
              <a:t>- NumPy</a:t>
            </a:r>
            <a:endParaRPr lang="en-IN" dirty="0"/>
          </a:p>
          <a:p>
            <a:r>
              <a:rPr lang="en-IN" dirty="0"/>
              <a:t>- Matplotlib</a:t>
            </a:r>
            <a:endParaRPr lang="en-IN" dirty="0"/>
          </a:p>
          <a:p>
            <a:r>
              <a:rPr lang="en-IN" dirty="0"/>
              <a:t>- Seaborn</a:t>
            </a:r>
            <a:endParaRPr lang="en-IN" dirty="0"/>
          </a:p>
          <a:p>
            <a:r>
              <a:rPr lang="en-IN" dirty="0"/>
              <a:t>- SQL</a:t>
            </a:r>
            <a:endParaRPr lang="en-IN" dirty="0"/>
          </a:p>
          <a:p>
            <a:r>
              <a:rPr lang="en-IN" dirty="0"/>
              <a:t>- Power BI</a:t>
            </a:r>
            <a:endParaRPr lang="en-IN" dirty="0"/>
          </a:p>
          <a:p>
            <a:r>
              <a:rPr lang="en-IN" dirty="0"/>
              <a:t>- </a:t>
            </a:r>
            <a:r>
              <a:rPr lang="en-IN" dirty="0" err="1"/>
              <a:t>Jupyter</a:t>
            </a:r>
            <a:r>
              <a:rPr lang="en-IN" dirty="0"/>
              <a:t> Notebook</a:t>
            </a:r>
            <a:endParaRPr lang="en-IN" dirty="0"/>
          </a:p>
          <a:p>
            <a:r>
              <a:rPr lang="en-IN" dirty="0"/>
              <a:t>- GitHub</a:t>
            </a:r>
            <a:endParaRPr lang="en-IN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5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>
            <a:fillRect/>
          </a:stretch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Slate</Template>
  <TotalTime>0</TotalTime>
  <Words>2529</Words>
  <Application>WPS Presentation</Application>
  <PresentationFormat>Widescreen</PresentationFormat>
  <Paragraphs>92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7" baseType="lpstr">
      <vt:lpstr>Arial</vt:lpstr>
      <vt:lpstr>SimSun</vt:lpstr>
      <vt:lpstr>Wingdings</vt:lpstr>
      <vt:lpstr>Trebuchet MS</vt:lpstr>
      <vt:lpstr>Wingdings 2</vt:lpstr>
      <vt:lpstr>Calisto MT</vt:lpstr>
      <vt:lpstr>Microsoft YaHei</vt:lpstr>
      <vt:lpstr>Arial Unicode MS</vt:lpstr>
      <vt:lpstr>Calibri</vt:lpstr>
      <vt:lpstr>Slate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Naga Venkata Sasi Kumar Avala</dc:creator>
  <cp:lastModifiedBy>durga</cp:lastModifiedBy>
  <cp:revision>3</cp:revision>
  <dcterms:created xsi:type="dcterms:W3CDTF">2026-03-11T13:27:00Z</dcterms:created>
  <dcterms:modified xsi:type="dcterms:W3CDTF">2026-04-07T16:01:51Z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F4500529B83E4826B445B9C6FD047943_13</vt:lpwstr>
  </property>
  <property fmtid="{D5CDD505-2E9C-101B-9397-08002B2CF9AE}" pid="3" name="KSOProductBuildVer">
    <vt:lpwstr>1033-12.2.0.23196</vt:lpwstr>
  </property>
</Properties>
</file>